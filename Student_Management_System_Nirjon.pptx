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9728" cy="4297680"/>
          </a:xfrm>
          <a:prstGeom prst="rect">
            <a:avLst/>
          </a:prstGeom>
          <a:solidFill>
            <a:srgbClr val="4B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STUDENT MANAGEMENT SYSTEM</a:t>
            </a:r>
          </a:p>
          <a:p>
            <a:pPr>
              <a:spcBef>
                <a:spcPts val="1200"/>
              </a:spcBef>
              <a:defRPr sz="2300">
                <a:solidFill>
                  <a:srgbClr val="AAC8EB"/>
                </a:solidFill>
              </a:defRPr>
            </a:pPr>
            <a:r>
              <a:t>Individual C++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79476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Md Mehedi Hasan Nirjon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ID: 2023-2-60-113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Section: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897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3"/>
                </a:solidFill>
              </a:defRPr>
            </a:pPr>
            <a:r>
              <a:t>Data Structures &amp; File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80"/>
                </a:solidFill>
              </a:defRPr>
            </a:pPr>
            <a:r>
              <a:t>A console-based student record management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Developed using C++ with Object-Oriented Programming concepts.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Uses a singly linked list to store student records dynamically.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Each student record contains roll number, name, marks and percentage.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Records can be loaded from and saved to a text file.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Provides a simple menu-driven interface for common management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Efficient Records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Store student data dynamically using linked 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CRUD Operations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Add, search, update and delete student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19" y="155448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Persistence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Keep records available through file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Validation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Prevent duplicate roll numbers during insertion.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632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Easy Interface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Use a clear menu-driven console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0632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320040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DSA Practice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Apply linked-list traversal and node manipulation.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Technologies &amp;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C++ — core programming language.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Classes &amp; Objects — used to organize Node and Linked_List.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Singly Linked List — dynamic storage of student records.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Pointers — connect nodes through the next pointer.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File Handling — ifstream and ofstream for students.txt.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Control Structures — loops, conditions and switch-case menu.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</a:defRPr>
            </a:pPr>
            <a:r>
              <a:t>• Dynamic Memory — new and delete for node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Data Structure: Singly Linked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80"/>
                </a:solidFill>
              </a:defRPr>
            </a:pPr>
            <a:r>
              <a:t>Each node stores one student record and points to the next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5DA0"/>
                </a:solidFill>
              </a:defRPr>
            </a:pPr>
            <a:r>
              <a:t>Student 1</a:t>
            </a:r>
          </a:p>
          <a:p>
            <a:pPr>
              <a:defRPr sz="1100">
                <a:solidFill>
                  <a:srgbClr val="232A34"/>
                </a:solidFill>
              </a:defRPr>
            </a:pPr>
            <a:r>
              <a:t>Roll • Name • Marks</a:t>
            </a:r>
          </a:p>
          <a:p>
            <a:pPr>
              <a:defRPr sz="1100">
                <a:solidFill>
                  <a:srgbClr val="2E7D58"/>
                </a:solidFill>
              </a:defRPr>
            </a:pPr>
            <a:r>
              <a:t>next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05740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224028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5DA0"/>
                </a:solidFill>
              </a:defRPr>
            </a:pPr>
            <a:r>
              <a:t>Student 2</a:t>
            </a:r>
          </a:p>
          <a:p>
            <a:pPr>
              <a:defRPr sz="1100">
                <a:solidFill>
                  <a:srgbClr val="232A34"/>
                </a:solidFill>
              </a:defRPr>
            </a:pPr>
            <a:r>
              <a:t>Roll • Name • Marks</a:t>
            </a:r>
          </a:p>
          <a:p>
            <a:pPr>
              <a:defRPr sz="1100">
                <a:solidFill>
                  <a:srgbClr val="2E7D58"/>
                </a:solidFill>
              </a:defRPr>
            </a:pPr>
            <a:r>
              <a:t>next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5740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224028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5DA0"/>
                </a:solidFill>
              </a:defRPr>
            </a:pPr>
            <a:r>
              <a:t>Student 3</a:t>
            </a:r>
          </a:p>
          <a:p>
            <a:pPr>
              <a:defRPr sz="1100">
                <a:solidFill>
                  <a:srgbClr val="232A34"/>
                </a:solidFill>
              </a:defRPr>
            </a:pPr>
            <a:r>
              <a:t>Roll • Name • Marks</a:t>
            </a:r>
          </a:p>
          <a:p>
            <a:pPr>
              <a:defRPr sz="1100">
                <a:solidFill>
                  <a:srgbClr val="2E7D58"/>
                </a:solidFill>
              </a:defRPr>
            </a:pPr>
            <a:r>
              <a:t>next 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2112" y="2487168"/>
            <a:ext cx="731520" cy="41148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428232" y="2487168"/>
            <a:ext cx="731520" cy="41148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head points to the first node.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Traversal starts from head and continues until next == nullptr.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Nodes are dynamically created using new and removed using delete.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Main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3103735" cy="85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rPr dirty="0"/>
              <a:t>1. Insert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rPr dirty="0"/>
              <a:t>Adds a new student after checking duplicate roll </a:t>
            </a:r>
            <a:endParaRPr lang="en-US" dirty="0"/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rPr dirty="0"/>
              <a:t>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463039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2. Search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Finds and displays a student using roll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98648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035808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3. Count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Traverses the list to count total student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98648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035808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4. Update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Changes roll number, name and marks of a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7141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608576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5. Delete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Removes a selected node from the linked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7141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608576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5DA0"/>
                </a:solidFill>
              </a:defRPr>
            </a:pPr>
            <a:r>
              <a:t>6. Show All</a:t>
            </a:r>
          </a:p>
          <a:p>
            <a:pPr>
              <a:spcBef>
                <a:spcPts val="500"/>
              </a:spcBef>
              <a:defRPr sz="1150">
                <a:solidFill>
                  <a:srgbClr val="232A34"/>
                </a:solidFill>
              </a:defRPr>
            </a:pPr>
            <a:r>
              <a:t>Traverses and displays every student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File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80"/>
                </a:solidFill>
              </a:defRPr>
            </a:pPr>
            <a:r>
              <a:t>Student records are stored in students.txt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1B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101955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FFFFFF"/>
                </a:solidFill>
                <a:latin typeface="Consolas"/>
              </a:defRPr>
            </a:pPr>
            <a:r>
              <a:t>void loadFromFile() {</a:t>
            </a:r>
            <a:br/>
            <a:r>
              <a:t>    ifstream file("students.txt");</a:t>
            </a:r>
            <a:br/>
            <a:r>
              <a:t>    ...</a:t>
            </a:r>
            <a:br/>
            <a:r>
              <a:t>    while(file &gt;&gt; r &gt;&gt; n &gt;&gt; m &gt;&gt; p) {</a:t>
            </a:r>
            <a:br/>
            <a:r>
              <a:t>        Node* newNode = new Node;</a:t>
            </a:r>
            <a:br/>
            <a:r>
              <a:t>        newNode-&gt;roll_no = r;</a:t>
            </a:r>
            <a:br/>
            <a:r>
              <a:t>        newNode-&gt;name = n;</a:t>
            </a:r>
            <a:br/>
            <a:r>
              <a:t>        newNode-&gt;marks = m;</a:t>
            </a:r>
            <a:br/>
            <a:r>
              <a:t>        newNode-&gt;per = p;</a:t>
            </a:r>
            <a:br/>
            <a:r>
              <a:t>        // attach node to linked list</a:t>
            </a:r>
            <a:br/>
            <a:r>
              <a:t>    }</a:t>
            </a:r>
            <a:br/>
            <a:r>
              <a:t>}</a:t>
            </a:r>
            <a:br/>
            <a:br/>
            <a:r>
              <a:t>void saveToFile() {</a:t>
            </a:r>
            <a:br/>
            <a:r>
              <a:t>    ofstream file("students.txt");</a:t>
            </a:r>
            <a:br/>
            <a:r>
              <a:t>    Node* temp = head;</a:t>
            </a:r>
            <a:br/>
            <a:r>
              <a:t>    while(temp != nullptr) {</a:t>
            </a:r>
            <a:br/>
            <a:r>
              <a:t>        file &lt;&lt; temp-&gt;roll_no &lt;&lt; " " &lt;&lt; temp-&gt;name</a:t>
            </a:r>
            <a:br/>
            <a:r>
              <a:t>             &lt;&lt; " " &lt;&lt; temp-&gt;marks &lt;&lt; " " &lt;&lt; temp-&gt;per &lt;&lt; "\n";</a:t>
            </a:r>
            <a:br/>
            <a:r>
              <a:t>        temp = temp-&gt;next;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Program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</a:defRPr>
            </a:pPr>
            <a:r>
              <a:t>Start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75688" y="2514600"/>
            <a:ext cx="347472" cy="32004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41448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</a:defRPr>
            </a:pPr>
            <a:r>
              <a:t>Load File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14215" y="2514600"/>
            <a:ext cx="347472" cy="32004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</a:defRPr>
            </a:pPr>
            <a:r>
              <a:t>Display Menu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2744" y="2514600"/>
            <a:ext cx="347472" cy="32004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18504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</a:defRPr>
            </a:pPr>
            <a:r>
              <a:t>Choose Operation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91272" y="2514600"/>
            <a:ext cx="347472" cy="32004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57032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</a:defRPr>
            </a:pPr>
            <a:r>
              <a:t>Modify / Search List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29800" y="2514600"/>
            <a:ext cx="347472" cy="320040"/>
          </a:xfrm>
          <a:prstGeom prst="rightArrow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5560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</a:defRPr>
            </a:pPr>
            <a:r>
              <a:t>Exit &amp;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The menu repeats until the user selects Exit.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</a:defRPr>
            </a:pPr>
            <a:r>
              <a:t>• When Exit is selected, saveToFile() writes the current linked-list data to students.txt.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Important Code: Insertion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52760" cy="4389120"/>
          </a:xfrm>
          <a:prstGeom prst="roundRect">
            <a:avLst/>
          </a:prstGeom>
          <a:solidFill>
            <a:srgbClr val="1B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81912"/>
            <a:ext cx="101955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void insert() {</a:t>
            </a:r>
            <a:br/>
            <a:r>
              <a:t>    int r; string n; float m;</a:t>
            </a:r>
            <a:br/>
            <a:r>
              <a:t>    cin &gt;&gt; r;</a:t>
            </a:r>
            <a:br/>
            <a:br/>
            <a:r>
              <a:t>    Node* checkDuplicate = head;</a:t>
            </a:r>
            <a:br/>
            <a:r>
              <a:t>    while(checkDuplicate != nullptr) {</a:t>
            </a:r>
            <a:br/>
            <a:r>
              <a:t>        if(checkDuplicate-&gt;roll_no == r)</a:t>
            </a:r>
            <a:br/>
            <a:r>
              <a:t>            return;              // duplicate roll number</a:t>
            </a:r>
            <a:br/>
            <a:r>
              <a:t>        checkDuplicate = checkDuplicate-&gt;next;</a:t>
            </a:r>
            <a:br/>
            <a:r>
              <a:t>    }</a:t>
            </a:r>
            <a:br/>
            <a:br/>
            <a:r>
              <a:t>    Node* newNode = new Node;</a:t>
            </a:r>
            <a:br/>
            <a:r>
              <a:t>    newNode-&gt;roll_no = r;</a:t>
            </a:r>
            <a:br/>
            <a:r>
              <a:t>    newNode-&gt;name = n;</a:t>
            </a:r>
            <a:br/>
            <a:r>
              <a:t>    newNode-&gt;marks = m;</a:t>
            </a:r>
            <a:br/>
            <a:r>
              <a:t>    newNode-&gt;per = m;</a:t>
            </a:r>
            <a:br/>
            <a:r>
              <a:t>    newNode-&gt;next = nullptr;</a:t>
            </a:r>
            <a:br/>
            <a: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23A"/>
                </a:solidFill>
              </a:defRPr>
            </a:pPr>
            <a:r>
              <a:t>Conclusion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rPr dirty="0"/>
              <a:t>• The project demonstrates practical use of linked lists, pointers, OOP and file handling.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rPr dirty="0"/>
              <a:t>• It supports the essential operations needed for a basic student management system.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rPr dirty="0"/>
              <a:t>• The menu-driven design makes the system simple to operate.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rPr dirty="0"/>
              <a:t>• Future improvements: input validation, GPA/grade calculation, sorting and better UI.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rPr dirty="0"/>
              <a:t>• The system could also be extended with a database such as MySQL or SQLite.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50749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B5DA0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2B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80"/>
                </a:solidFill>
              </a:defRPr>
            </a:pPr>
            <a:r>
              <a:t>Student Management System  •  Md Mehedi Hasan Nirjon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903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tohatashfin26@gmail.com</cp:lastModifiedBy>
  <cp:revision>4</cp:revision>
  <dcterms:created xsi:type="dcterms:W3CDTF">2013-01-27T09:14:16Z</dcterms:created>
  <dcterms:modified xsi:type="dcterms:W3CDTF">2026-08-19T06:41:39Z</dcterms:modified>
  <cp:category/>
</cp:coreProperties>
</file>